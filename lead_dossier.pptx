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HPCL Lead Dossier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ABC Chemicals Pvt Ltd</a:t>
            </a:r>
          </a:p>
          <a:p>
            <a:r>
              <a:t>Location: Raipur , Chhattisgarh </a:t>
            </a:r>
          </a:p>
          <a:p>
            <a:r>
              <a:t>Intent: Explicit procurement signal</a:t>
            </a:r>
          </a:p>
          <a:p>
            <a:r>
              <a:t>Urgency: High</a:t>
            </a:r>
          </a:p>
          <a:p>
            <a:r>
              <a:t>Confidence: 0.9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&amp;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Products:</a:t>
            </a:r>
          </a:p>
          <a:p>
            <a:r>
              <a:t>FO, LSHS, HSD</a:t>
            </a:r>
          </a:p>
          <a:p/>
          <a:p>
            <a:r>
              <a:t>Reason Codes:</a:t>
            </a:r>
          </a:p>
          <a:p>
            <a:r>
              <a:t>Matched keyword: furnace, Matched keyword: captive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sales 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